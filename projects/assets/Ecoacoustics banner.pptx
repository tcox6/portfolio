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0478E-BD98-4006-A1FA-F26356293B16}" v="2" dt="2025-11-06T23:47:18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542" y="-29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Cox" userId="79cd9b58-f765-48b4-a1d0-6cf1ee9d8230" providerId="ADAL" clId="{E7BBE630-BBD1-40B0-B445-C0A355962D14}"/>
    <pc:docChg chg="modSld">
      <pc:chgData name="Tim Cox" userId="79cd9b58-f765-48b4-a1d0-6cf1ee9d8230" providerId="ADAL" clId="{E7BBE630-BBD1-40B0-B445-C0A355962D14}" dt="2025-11-06T23:47:45.152" v="86" actId="20577"/>
      <pc:docMkLst>
        <pc:docMk/>
      </pc:docMkLst>
      <pc:sldChg chg="addSp modSp mod">
        <pc:chgData name="Tim Cox" userId="79cd9b58-f765-48b4-a1d0-6cf1ee9d8230" providerId="ADAL" clId="{E7BBE630-BBD1-40B0-B445-C0A355962D14}" dt="2025-11-06T23:47:45.152" v="86" actId="20577"/>
        <pc:sldMkLst>
          <pc:docMk/>
          <pc:sldMk cId="3500212688" sldId="256"/>
        </pc:sldMkLst>
        <pc:spChg chg="add mod">
          <ac:chgData name="Tim Cox" userId="79cd9b58-f765-48b4-a1d0-6cf1ee9d8230" providerId="ADAL" clId="{E7BBE630-BBD1-40B0-B445-C0A355962D14}" dt="2025-11-06T23:47:13.969" v="67" actId="14100"/>
          <ac:spMkLst>
            <pc:docMk/>
            <pc:sldMk cId="3500212688" sldId="256"/>
            <ac:spMk id="8" creationId="{C98F6E5F-E180-8AF1-FD4C-F43B1FD086E5}"/>
          </ac:spMkLst>
        </pc:spChg>
        <pc:spChg chg="add mod">
          <ac:chgData name="Tim Cox" userId="79cd9b58-f765-48b4-a1d0-6cf1ee9d8230" providerId="ADAL" clId="{E7BBE630-BBD1-40B0-B445-C0A355962D14}" dt="2025-11-06T23:47:45.152" v="86" actId="20577"/>
          <ac:spMkLst>
            <pc:docMk/>
            <pc:sldMk cId="3500212688" sldId="256"/>
            <ac:spMk id="9" creationId="{35689FE8-514F-064B-2BD1-283717C976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554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99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697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569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82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63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153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92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52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7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142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40AC8F-6772-4805-A509-3379D9FA26EE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FE8414-38AE-465A-9344-5F7948E6E6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21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grey and white background&#10;&#10;Description automatically generated">
            <a:extLst>
              <a:ext uri="{FF2B5EF4-FFF2-40B4-BE49-F238E27FC236}">
                <a16:creationId xmlns:a16="http://schemas.microsoft.com/office/drawing/2014/main" id="{94DA0A9F-CC5F-3854-DB1A-87F0B4C1A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004" y="2220459"/>
            <a:ext cx="3420000" cy="22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lose-up of a screen&#10;&#10;Description automatically generated">
            <a:extLst>
              <a:ext uri="{FF2B5EF4-FFF2-40B4-BE49-F238E27FC236}">
                <a16:creationId xmlns:a16="http://schemas.microsoft.com/office/drawing/2014/main" id="{D39B4AEE-37EF-0D45-0F9E-68629AB8C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002" y="-1"/>
            <a:ext cx="3420000" cy="22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close-up of a graph&#10;&#10;Description automatically generated">
            <a:extLst>
              <a:ext uri="{FF2B5EF4-FFF2-40B4-BE49-F238E27FC236}">
                <a16:creationId xmlns:a16="http://schemas.microsoft.com/office/drawing/2014/main" id="{694D8A91-2E78-AD42-27F3-5EF00DBF3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0459"/>
            <a:ext cx="3420000" cy="22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E15EB1-9FDD-E41F-B85E-2129973153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3420000" cy="222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Tasmanian masked owl - Wikipedia">
            <a:extLst>
              <a:ext uri="{FF2B5EF4-FFF2-40B4-BE49-F238E27FC236}">
                <a16:creationId xmlns:a16="http://schemas.microsoft.com/office/drawing/2014/main" id="{53472EF6-0C7F-557E-8C51-B6764E859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560" y="4402800"/>
            <a:ext cx="3684080" cy="245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edge-tailed Eagle Research Fund - NRM South">
            <a:extLst>
              <a:ext uri="{FF2B5EF4-FFF2-40B4-BE49-F238E27FC236}">
                <a16:creationId xmlns:a16="http://schemas.microsoft.com/office/drawing/2014/main" id="{68CEA7C2-8649-BF0A-1D3E-C25BF2E17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3710"/>
            <a:ext cx="3543627" cy="2454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F6E5F-E180-8AF1-FD4C-F43B1FD086E5}"/>
              </a:ext>
            </a:extLst>
          </p:cNvPr>
          <p:cNvSpPr txBox="1"/>
          <p:nvPr/>
        </p:nvSpPr>
        <p:spPr>
          <a:xfrm>
            <a:off x="-1" y="6485670"/>
            <a:ext cx="1960881" cy="276999"/>
          </a:xfrm>
          <a:prstGeom prst="rect">
            <a:avLst/>
          </a:prstGeom>
          <a:solidFill>
            <a:srgbClr val="080808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Image credits: NRM South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689FE8-514F-064B-2BD1-283717C976A2}"/>
              </a:ext>
            </a:extLst>
          </p:cNvPr>
          <p:cNvSpPr txBox="1"/>
          <p:nvPr/>
        </p:nvSpPr>
        <p:spPr>
          <a:xfrm>
            <a:off x="3543627" y="6484760"/>
            <a:ext cx="1960881" cy="276999"/>
          </a:xfrm>
          <a:prstGeom prst="rect">
            <a:avLst/>
          </a:prstGeom>
          <a:solidFill>
            <a:srgbClr val="080808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chemeClr val="bg1"/>
                </a:solidFill>
                <a:latin typeface="Garamond" panose="02020404030301010803" pitchFamily="18" charset="0"/>
              </a:rPr>
              <a:t>Image credits</a:t>
            </a:r>
            <a:r>
              <a:rPr lang="en-AU" sz="1200" b="1">
                <a:solidFill>
                  <a:schemeClr val="bg1"/>
                </a:solidFill>
                <a:latin typeface="Garamond" panose="02020404030301010803" pitchFamily="18" charset="0"/>
              </a:rPr>
              <a:t>: JJ Harrison</a:t>
            </a:r>
            <a:endParaRPr lang="en-AU" sz="1200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21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Cox</dc:creator>
  <cp:lastModifiedBy>Tim Cox</cp:lastModifiedBy>
  <cp:revision>1</cp:revision>
  <dcterms:created xsi:type="dcterms:W3CDTF">2025-11-06T23:36:23Z</dcterms:created>
  <dcterms:modified xsi:type="dcterms:W3CDTF">2025-11-06T23:47:45Z</dcterms:modified>
</cp:coreProperties>
</file>